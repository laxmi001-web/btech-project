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D6C5"/>
                </a:solidFill>
              </a:rPr>
              <a:t>DevOps CA-II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FA3-CLIP Deepfake Detector: CI/CD, IaC, Containers &amp; Monitoring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BE4"/>
                </a:solidFill>
              </a:rPr>
              <a:t>Group members: Laxmi Sah (PRN 23070122125) + add others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7EBE4"/>
                </a:solidFill>
              </a:rPr>
              <a:t>Symbiosis Institute of Technology, Pune | B.Tech CE 2023-27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</a:t>
            </a:r>
            <a:endParaRPr lang="en-US" sz="2600" dirty="0"/>
          </a:p>
        </p:txBody>
      </p:sp>
      <p:pic>
        <p:nvPicPr>
          <p:cNvPr id="4" name="Image 0" descr="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BTech project: FastAPI app serving an FA3-CLIP deepfake image detector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Docker image runs on Kubernetes (3 replicas, NodePort service)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Ansible prepares the host: packages, user, config 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Prometheus scrapes /metrics; Grafana shows uptime, latency, errors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Flow (GitHub Actions)</a:t>
            </a:r>
            <a:endParaRPr lang="en-US" sz="2600" dirty="0"/>
          </a:p>
        </p:txBody>
      </p:sp>
      <p:pic>
        <p:nvPicPr>
          <p:cNvPr id="4" name="Image 0" descr="pipelin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Trigger: push or pull request to main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pytest runs 4 API tests; image is built and pushed to GHCR (commit SHA tag)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Deploy job validates and applies the Kubernetes manifests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</a:rPr>
              <a:t>Large model file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580 MB checkpoint kept out of git and image; mounted at runtime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</a:rPr>
              <a:t>Heavy dependencies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Lightweight requirements-ci.txt keeps builds fast (demo mode)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</a:rPr>
              <a:t>Slow model startup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Readiness and liveness probes with initial delays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</a:rPr>
              <a:t>Registry permissions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GHCR push needed workflow write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Lessons Learned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</a:rPr>
              <a:t>Keep heavy model artifacts separate from code and images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</a:rPr>
              <a:t>Rolling updates and rollback give zero-downtime releases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</a:rPr>
              <a:t>Latency and error-rate metrics reveal issues early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</a:rPr>
              <a:t>Everything as code (YAML, playbooks, dashboard JSON) is reproducible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</a:rPr>
              <a:t>Next: GPU deployment, alerting, video deepfake support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2026-10-02T08:41:49Z</dcterms:created>
  <dcterms:modified xsi:type="dcterms:W3CDTF">2026-10-02T08:41:49Z</dcterms:modified>
</cp:coreProperties>
</file>